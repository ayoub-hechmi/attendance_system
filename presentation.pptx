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1280160"/>
            <a:ext cx="3291840" cy="3291840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06640" y="-822960"/>
            <a:ext cx="2011680" cy="201168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731520" y="3840480"/>
            <a:ext cx="2194560" cy="219456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4114800"/>
            <a:ext cx="1280160" cy="128016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45720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spc="300" kern="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INSAT  ·  2025 – 2026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109728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Face Recognition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548640" y="182880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System</a:t>
            </a:r>
            <a:endParaRPr lang="en-US" sz="4600" dirty="0"/>
          </a:p>
        </p:txBody>
      </p:sp>
      <p:sp>
        <p:nvSpPr>
          <p:cNvPr id="9" name="Text 7"/>
          <p:cNvSpPr/>
          <p:nvPr/>
        </p:nvSpPr>
        <p:spPr>
          <a:xfrm>
            <a:off x="914400" y="283464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classroom attendance powered by deep learning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474720" y="3401568"/>
            <a:ext cx="2194560" cy="2743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361188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 ·  React  ·  DeepFace ArcFace  ·  PostgreSQL pgvector  ·  Docker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scan. Instant attendance.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20040" y="1234440"/>
            <a:ext cx="2670048" cy="3611880"/>
          </a:xfrm>
          <a:prstGeom prst="roundRect">
            <a:avLst>
              <a:gd name="adj" fmla="val 3425"/>
            </a:avLst>
          </a:prstGeom>
          <a:solidFill>
            <a:srgbClr val="1F2937"/>
          </a:solidFill>
          <a:ln w="6350">
            <a:solidFill>
              <a:srgbClr val="374151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48056" y="1362456"/>
            <a:ext cx="512064" cy="512064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48056" y="136245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51560" y="1399032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Automated Flow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84632" y="1984248"/>
            <a:ext cx="2340864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opens a timed session → students scan their face via QR link on their phone → attendance is recorded in real time. Zero manual entry required.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172968" y="1234440"/>
            <a:ext cx="2670048" cy="3611880"/>
          </a:xfrm>
          <a:prstGeom prst="roundRect">
            <a:avLst>
              <a:gd name="adj" fmla="val 3425"/>
            </a:avLst>
          </a:prstGeom>
          <a:solidFill>
            <a:srgbClr val="1F2937"/>
          </a:solidFill>
          <a:ln w="6350">
            <a:solidFill>
              <a:srgbClr val="374151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00984" y="1362456"/>
            <a:ext cx="512064" cy="51206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00984" y="136245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904488" y="1399032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Multi-Class &amp; Multi-Teacher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337560" y="1984248"/>
            <a:ext cx="2340864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multiple classes per teacher and up to 60 students per session. Each class has its own roster, history, and statistics.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025896" y="1234440"/>
            <a:ext cx="2670048" cy="3611880"/>
          </a:xfrm>
          <a:prstGeom prst="roundRect">
            <a:avLst>
              <a:gd name="adj" fmla="val 3425"/>
            </a:avLst>
          </a:prstGeom>
          <a:solidFill>
            <a:srgbClr val="1F2937"/>
          </a:solidFill>
          <a:ln w="6350">
            <a:solidFill>
              <a:srgbClr val="374151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53912" y="1362456"/>
            <a:ext cx="512064" cy="512064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53912" y="136245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757416" y="1399032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Install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190488" y="1984248"/>
            <a:ext cx="2340864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app download needed. Runs entirely in any smartphone browser over local Wi-Fi. Students scan the QR code — that's it.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Dashboard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457200" y="78638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needed to run a session — in one view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20040" y="1188720"/>
            <a:ext cx="3931920" cy="3703320"/>
          </a:xfrm>
          <a:prstGeom prst="roundRect">
            <a:avLst>
              <a:gd name="adj" fmla="val 2469"/>
            </a:avLst>
          </a:prstGeom>
          <a:solidFill>
            <a:srgbClr val="1F2937"/>
          </a:solidFill>
          <a:ln w="6350">
            <a:solidFill>
              <a:srgbClr val="374151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298448"/>
            <a:ext cx="548640" cy="548640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2984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⚡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05840" y="1316736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Management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1920240"/>
            <a:ext cx="361188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Configurable duration: 5 / 10 / 15 / 20 / 30 min or custom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attendance grid with check-in timestamps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mark-present override for any student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progress bar showing present vs total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code + copyable share link for students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26280" y="1188720"/>
            <a:ext cx="4297680" cy="3703320"/>
          </a:xfrm>
          <a:prstGeom prst="roundRect">
            <a:avLst>
              <a:gd name="adj" fmla="val 2469"/>
            </a:avLst>
          </a:prstGeom>
          <a:solidFill>
            <a:srgbClr val="1F2937"/>
          </a:solidFill>
          <a:ln w="6350">
            <a:solidFill>
              <a:srgbClr val="374151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1298448"/>
            <a:ext cx="548640" cy="54864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63440" y="12984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📊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212080" y="1316736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&amp; Data Management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663440" y="1920240"/>
            <a:ext cx="4005072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 with 5-pose guided face capture (15 vectors stored)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existing students across classes — no re-enrollment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student name / ID inline on the dashboard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history tab with per-session statistics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export: class name, date, time, check-in times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App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457200" y="78638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Mobile-first  ·  No install  ·  Works on any smartphone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20040" y="1170432"/>
            <a:ext cx="2670048" cy="1572768"/>
          </a:xfrm>
          <a:prstGeom prst="roundRect">
            <a:avLst>
              <a:gd name="adj" fmla="val 5814"/>
            </a:avLst>
          </a:prstGeom>
          <a:solidFill>
            <a:srgbClr val="1F2937"/>
          </a:solidFill>
          <a:ln w="6350">
            <a:solidFill>
              <a:srgbClr val="374151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1480" y="1261872"/>
            <a:ext cx="512064" cy="512064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26187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📱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96696" y="1280160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Entry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737360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QR → opens in browser. No app download, works on iOS and Android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172968" y="1170432"/>
            <a:ext cx="2670048" cy="1572768"/>
          </a:xfrm>
          <a:prstGeom prst="roundRect">
            <a:avLst>
              <a:gd name="adj" fmla="val 5814"/>
            </a:avLst>
          </a:prstGeom>
          <a:solidFill>
            <a:srgbClr val="1F2937"/>
          </a:solidFill>
          <a:ln w="6350">
            <a:solidFill>
              <a:srgbClr val="374151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64408" y="1261872"/>
            <a:ext cx="512064" cy="51206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64408" y="126187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🙂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849624" y="1280160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Choice on Arrival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310128" y="1737360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picks 'Scan My Face' (enrolled) or 'Register &amp; Check In' (first time)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025896" y="1170432"/>
            <a:ext cx="2670048" cy="1572768"/>
          </a:xfrm>
          <a:prstGeom prst="roundRect">
            <a:avLst>
              <a:gd name="adj" fmla="val 5814"/>
            </a:avLst>
          </a:prstGeom>
          <a:solidFill>
            <a:srgbClr val="1F2937"/>
          </a:solidFill>
          <a:ln w="6350">
            <a:solidFill>
              <a:srgbClr val="374151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17336" y="1261872"/>
            <a:ext cx="512064" cy="51206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17336" y="126187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⚡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702552" y="1280160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Check-in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163056" y="1737360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recognised → 2-second countdown → attendance marked automatically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0040" y="2907792"/>
            <a:ext cx="2670048" cy="1572768"/>
          </a:xfrm>
          <a:prstGeom prst="roundRect">
            <a:avLst>
              <a:gd name="adj" fmla="val 5814"/>
            </a:avLst>
          </a:prstGeom>
          <a:solidFill>
            <a:srgbClr val="1F2937"/>
          </a:solidFill>
          <a:ln w="6350">
            <a:solidFill>
              <a:srgbClr val="374151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11480" y="2999232"/>
            <a:ext cx="512064" cy="512064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299923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📝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996696" y="3017520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Self-Enrollment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7200" y="3474720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name + student ID, then 5-pose guided auto-capture — no teacher needed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172968" y="2907792"/>
            <a:ext cx="2670048" cy="1572768"/>
          </a:xfrm>
          <a:prstGeom prst="roundRect">
            <a:avLst>
              <a:gd name="adj" fmla="val 5814"/>
            </a:avLst>
          </a:prstGeom>
          <a:solidFill>
            <a:srgbClr val="1F2937"/>
          </a:solidFill>
          <a:ln w="6350">
            <a:solidFill>
              <a:srgbClr val="374151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64408" y="2999232"/>
            <a:ext cx="512064" cy="512064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64408" y="299923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✓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3849624" y="3017520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Welcome Screen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310128" y="3474720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Personalised 'Welcome, [Name]!' with green checkmark on successful check-in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025896" y="2907792"/>
            <a:ext cx="2670048" cy="1572768"/>
          </a:xfrm>
          <a:prstGeom prst="roundRect">
            <a:avLst>
              <a:gd name="adj" fmla="val 5814"/>
            </a:avLst>
          </a:prstGeom>
          <a:solidFill>
            <a:srgbClr val="1F2937"/>
          </a:solidFill>
          <a:ln w="6350">
            <a:solidFill>
              <a:srgbClr val="374151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2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117336" y="2999232"/>
            <a:ext cx="512064" cy="512064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117336" y="299923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🔒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6702552" y="3017520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 Secured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163056" y="3474720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access on mobile requires HTTPS — student app runs fully encrypted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Face Recognition Works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320040" y="1051560"/>
            <a:ext cx="1536192" cy="3611880"/>
          </a:xfrm>
          <a:prstGeom prst="roundRect">
            <a:avLst>
              <a:gd name="adj" fmla="val 5952"/>
            </a:avLst>
          </a:prstGeom>
          <a:solidFill>
            <a:srgbClr val="1F2937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2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68096" y="1188720"/>
            <a:ext cx="640080" cy="640080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1188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93192" y="2075688"/>
            <a:ext cx="138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93192" y="2377440"/>
            <a:ext cx="13898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RetinaFace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11480" y="2926080"/>
            <a:ext cx="135331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and crops the face from each video frame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901952" y="2606040"/>
            <a:ext cx="1783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2125980" y="1051560"/>
            <a:ext cx="1536192" cy="3611880"/>
          </a:xfrm>
          <a:prstGeom prst="roundRect">
            <a:avLst>
              <a:gd name="adj" fmla="val 5952"/>
            </a:avLst>
          </a:prstGeom>
          <a:solidFill>
            <a:srgbClr val="1F2937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574036" y="1188720"/>
            <a:ext cx="640080" cy="64008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74036" y="1188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199132" y="2075688"/>
            <a:ext cx="138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2199132" y="2377440"/>
            <a:ext cx="13898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Landmarks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2217420" y="2926080"/>
            <a:ext cx="135331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Eyes, nose, mouth normalised to a canonical pose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707892" y="2606040"/>
            <a:ext cx="1783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3931920" y="1051560"/>
            <a:ext cx="1536192" cy="3611880"/>
          </a:xfrm>
          <a:prstGeom prst="roundRect">
            <a:avLst>
              <a:gd name="adj" fmla="val 5952"/>
            </a:avLst>
          </a:prstGeom>
          <a:solidFill>
            <a:srgbClr val="1F2937"/>
          </a:solidFill>
          <a:ln w="12700">
            <a:solidFill>
              <a:srgbClr val="0EA5E9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379976" y="1188720"/>
            <a:ext cx="640080" cy="640080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379976" y="1188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4005072" y="2075688"/>
            <a:ext cx="138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005072" y="2377440"/>
            <a:ext cx="13898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ArcFace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023360" y="2926080"/>
            <a:ext cx="135331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512-dimension vector encodes the face mathematically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513832" y="2606040"/>
            <a:ext cx="1783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5737860" y="1051560"/>
            <a:ext cx="1536192" cy="3611880"/>
          </a:xfrm>
          <a:prstGeom prst="roundRect">
            <a:avLst>
              <a:gd name="adj" fmla="val 5952"/>
            </a:avLst>
          </a:prstGeom>
          <a:solidFill>
            <a:srgbClr val="1F2937"/>
          </a:solidFill>
          <a:ln w="12700">
            <a:solidFill>
              <a:srgbClr val="14B8A6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185916" y="1188720"/>
            <a:ext cx="640080" cy="64008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85916" y="1188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5811012" y="2075688"/>
            <a:ext cx="138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5811012" y="2377440"/>
            <a:ext cx="13898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pgvector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5829300" y="2926080"/>
            <a:ext cx="135331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 similarity against all enrolled student vectors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319772" y="2606040"/>
            <a:ext cx="1783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7543800" y="1051560"/>
            <a:ext cx="1536192" cy="3611880"/>
          </a:xfrm>
          <a:prstGeom prst="roundRect">
            <a:avLst>
              <a:gd name="adj" fmla="val 5952"/>
            </a:avLst>
          </a:prstGeom>
          <a:solidFill>
            <a:srgbClr val="1F2937"/>
          </a:solidFill>
          <a:ln w="12700">
            <a:solidFill>
              <a:srgbClr val="22C55E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2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7991856" y="1188720"/>
            <a:ext cx="640080" cy="64008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991856" y="1188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7616952" y="2075688"/>
            <a:ext cx="138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7616952" y="2377440"/>
            <a:ext cx="13898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0.60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7635240" y="2926080"/>
            <a:ext cx="135331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confirmed — attendance marked instantly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57200" y="47365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photos are stored — only the 512-number embedding vector is saved to the database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457200" y="78638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services run locally — no cloud dependency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20040" y="1188720"/>
            <a:ext cx="4160520" cy="1115568"/>
          </a:xfrm>
          <a:prstGeom prst="roundRect">
            <a:avLst>
              <a:gd name="adj" fmla="val 8197"/>
            </a:avLst>
          </a:prstGeom>
          <a:solidFill>
            <a:srgbClr val="1F2937"/>
          </a:solidFill>
          <a:ln w="6350">
            <a:solidFill>
              <a:srgbClr val="374151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66344" y="1389888"/>
            <a:ext cx="914400" cy="256032"/>
          </a:xfrm>
          <a:prstGeom prst="roundRect">
            <a:avLst>
              <a:gd name="adj" fmla="val 14286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66344" y="138988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490472" y="1316736"/>
            <a:ext cx="2852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Vite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490472" y="1737360"/>
            <a:ext cx="28529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App (HTTPS :5173)  ·  Teacher Dashboard (HTTP :5174)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36592" y="1188720"/>
            <a:ext cx="4160520" cy="1115568"/>
          </a:xfrm>
          <a:prstGeom prst="roundRect">
            <a:avLst>
              <a:gd name="adj" fmla="val 8197"/>
            </a:avLst>
          </a:prstGeom>
          <a:solidFill>
            <a:srgbClr val="1F2937"/>
          </a:solidFill>
          <a:ln w="6350">
            <a:solidFill>
              <a:srgbClr val="374151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82896" y="1389888"/>
            <a:ext cx="914400" cy="256032"/>
          </a:xfrm>
          <a:prstGeom prst="roundRect">
            <a:avLst>
              <a:gd name="adj" fmla="val 14286"/>
            </a:avLst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82896" y="138988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907024" y="1316736"/>
            <a:ext cx="2852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+ SQLAlchemy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907024" y="1737360"/>
            <a:ext cx="28529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REST API + WebSocket real-time push  ·  Port 8000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" y="2450592"/>
            <a:ext cx="4160520" cy="1115568"/>
          </a:xfrm>
          <a:prstGeom prst="roundRect">
            <a:avLst>
              <a:gd name="adj" fmla="val 8197"/>
            </a:avLst>
          </a:prstGeom>
          <a:solidFill>
            <a:srgbClr val="1F2937"/>
          </a:solidFill>
          <a:ln w="6350">
            <a:solidFill>
              <a:srgbClr val="374151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6344" y="2651760"/>
            <a:ext cx="914400" cy="256032"/>
          </a:xfrm>
          <a:prstGeom prst="roundRect">
            <a:avLst>
              <a:gd name="adj" fmla="val 14286"/>
            </a:avLst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6344" y="265176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Worker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490472" y="2578608"/>
            <a:ext cx="2852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DeepFace 0.0.93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490472" y="2999232"/>
            <a:ext cx="28529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RetinaFace detection + ArcFace recognition  ·  Docker :8001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36592" y="2450592"/>
            <a:ext cx="4160520" cy="1115568"/>
          </a:xfrm>
          <a:prstGeom prst="roundRect">
            <a:avLst>
              <a:gd name="adj" fmla="val 8197"/>
            </a:avLst>
          </a:prstGeom>
          <a:solidFill>
            <a:srgbClr val="1F2937"/>
          </a:solidFill>
          <a:ln w="6350">
            <a:solidFill>
              <a:srgbClr val="374151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82896" y="2651760"/>
            <a:ext cx="914400" cy="256032"/>
          </a:xfrm>
          <a:prstGeom prst="roundRect">
            <a:avLst>
              <a:gd name="adj" fmla="val 14286"/>
            </a:avLst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82896" y="265176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5907024" y="2578608"/>
            <a:ext cx="2852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+ pgvector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907024" y="2999232"/>
            <a:ext cx="28529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 similarity search over 512-dim face embeddings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0040" y="3712464"/>
            <a:ext cx="4160520" cy="1115568"/>
          </a:xfrm>
          <a:prstGeom prst="roundRect">
            <a:avLst>
              <a:gd name="adj" fmla="val 8197"/>
            </a:avLst>
          </a:prstGeom>
          <a:solidFill>
            <a:srgbClr val="1F2937"/>
          </a:solidFill>
          <a:ln w="6350">
            <a:solidFill>
              <a:srgbClr val="374151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6344" y="3913632"/>
            <a:ext cx="914400" cy="256032"/>
          </a:xfrm>
          <a:prstGeom prst="roundRect">
            <a:avLst>
              <a:gd name="adj" fmla="val 14286"/>
            </a:avLst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6344" y="391363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1490472" y="3840480"/>
            <a:ext cx="2852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Celery + Redis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490472" y="4261104"/>
            <a:ext cx="28529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face processing task queue for non-blocking enrollment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736592" y="3712464"/>
            <a:ext cx="4160520" cy="1115568"/>
          </a:xfrm>
          <a:prstGeom prst="roundRect">
            <a:avLst>
              <a:gd name="adj" fmla="val 8197"/>
            </a:avLst>
          </a:prstGeom>
          <a:solidFill>
            <a:srgbClr val="1F2937"/>
          </a:solidFill>
          <a:ln w="6350">
            <a:solidFill>
              <a:srgbClr val="374151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2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882896" y="3913632"/>
            <a:ext cx="914400" cy="256032"/>
          </a:xfrm>
          <a:prstGeom prst="roundRect">
            <a:avLst>
              <a:gd name="adj" fmla="val 14286"/>
            </a:avLst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82896" y="391363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Enrollment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5907024" y="3840480"/>
            <a:ext cx="2852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Vectors / Student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907024" y="4261104"/>
            <a:ext cx="28529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guided poses × 3 brightness augmentations per student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Status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457200" y="78638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features live and tested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65760" y="1115568"/>
            <a:ext cx="402336" cy="402336"/>
          </a:xfrm>
          <a:prstGeom prst="ellipse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1430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14400" y="1143000"/>
            <a:ext cx="7772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Multi-class support — teachers manage multiple independent classes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682496"/>
            <a:ext cx="402336" cy="402336"/>
          </a:xfrm>
          <a:prstGeom prst="ellipse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7099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1709928"/>
            <a:ext cx="7772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history — past sessions with present/total statistics and Excel export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2249424"/>
            <a:ext cx="402336" cy="402336"/>
          </a:xfrm>
          <a:prstGeom prst="ellipse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227685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14400" y="2276856"/>
            <a:ext cx="7772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Self-enrollment — unrecognised students can register on the spot via QR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65760" y="2816352"/>
            <a:ext cx="402336" cy="402336"/>
          </a:xfrm>
          <a:prstGeom prst="ellipse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8437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14400" y="2843784"/>
            <a:ext cx="7772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attendance rate — sessions attended / total sessions displayed per student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65760" y="3383280"/>
            <a:ext cx="402336" cy="402336"/>
          </a:xfrm>
          <a:prstGeom prst="ellipse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4107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14400" y="3410712"/>
            <a:ext cx="7772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Check-in timestamps — exact scan time stored, shown on dashboard and in Excel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65760" y="3950208"/>
            <a:ext cx="402336" cy="402336"/>
          </a:xfrm>
          <a:prstGeom prst="ellipse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9776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14400" y="3977640"/>
            <a:ext cx="7772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Orphan cleanup — students removed from all classes are automatically deleted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57200" y="4617720"/>
            <a:ext cx="1920240" cy="438912"/>
          </a:xfrm>
          <a:prstGeom prst="roundRect">
            <a:avLst>
              <a:gd name="adj" fmla="val 20833"/>
            </a:avLst>
          </a:prstGeom>
          <a:solidFill>
            <a:srgbClr val="1F2937"/>
          </a:solidFill>
          <a:ln w="1016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2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57200" y="4617720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students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2578608" y="4617720"/>
            <a:ext cx="1920240" cy="438912"/>
          </a:xfrm>
          <a:prstGeom prst="roundRect">
            <a:avLst>
              <a:gd name="adj" fmla="val 20833"/>
            </a:avLst>
          </a:prstGeom>
          <a:solidFill>
            <a:srgbClr val="1F2937"/>
          </a:solidFill>
          <a:ln w="10160">
            <a:solidFill>
              <a:srgbClr val="22C55E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2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2578608" y="4617720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~2s latency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700016" y="4617720"/>
            <a:ext cx="1920240" cy="438912"/>
          </a:xfrm>
          <a:prstGeom prst="roundRect">
            <a:avLst>
              <a:gd name="adj" fmla="val 20833"/>
            </a:avLst>
          </a:prstGeom>
          <a:solidFill>
            <a:srgbClr val="1F2937"/>
          </a:solidFill>
          <a:ln w="10160">
            <a:solidFill>
              <a:srgbClr val="14B8A6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2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700016" y="4617720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LAN-only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821424" y="4617720"/>
            <a:ext cx="1920240" cy="438912"/>
          </a:xfrm>
          <a:prstGeom prst="roundRect">
            <a:avLst>
              <a:gd name="adj" fmla="val 20833"/>
            </a:avLst>
          </a:prstGeom>
          <a:solidFill>
            <a:srgbClr val="1F2937"/>
          </a:solidFill>
          <a:ln w="1016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2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821424" y="4617720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install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Face Recognition Attendance System</dc:title>
  <dc:subject>PptxGenJS Presentation</dc:subject>
  <dc:creator>PptxGenJS</dc:creator>
  <cp:lastModifiedBy>PptxGenJS</cp:lastModifiedBy>
  <cp:revision>1</cp:revision>
  <dcterms:created xsi:type="dcterms:W3CDTF">2026-06-28T19:46:51Z</dcterms:created>
  <dcterms:modified xsi:type="dcterms:W3CDTF">2026-06-28T19:46:51Z</dcterms:modified>
</cp:coreProperties>
</file>